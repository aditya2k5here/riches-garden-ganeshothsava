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The Ganesha artwork is a picture; every line of text is an editable text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Programme page. Kannada block on top, English block below. Times and descriptions are separate text boxes so the columns stay aligned when edited.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Sponsors, volunteers and the 21 committee members. Each photo sits in a maroon frame rectangle; swap the picture and the frame stays.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Sponsor advertisement. The Karozza artwork is supplied as a single image; the heading above it is editable text. Full advertiser details are listed in the Word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nal_assets/bg_parch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91440"/>
            <a:ext cx="7562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E0F0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ॐ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0" y="768096"/>
            <a:ext cx="7562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0F0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|| ಶ್ರೀ ಗಣೇಶಾಯ ನಮಃ ||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243584"/>
            <a:ext cx="7013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ರಿಚ್ಚಸ್ ಗಾರ್ಡನ್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1865376"/>
            <a:ext cx="7013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ಗಣೇಶೋತ್ಸವ ಸಮಿತಿ</a:t>
            </a:r>
            <a:endParaRPr lang="en-US" sz="4000" dirty="0"/>
          </a:p>
        </p:txBody>
      </p:sp>
      <p:pic>
        <p:nvPicPr>
          <p:cNvPr id="7" name="Image 1" descr="final_assets/de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2889504"/>
            <a:ext cx="6684264" cy="56784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084832" y="8613648"/>
            <a:ext cx="3401568" cy="603504"/>
          </a:xfrm>
          <a:prstGeom prst="roundRect">
            <a:avLst>
              <a:gd name="adj" fmla="val 45455"/>
            </a:avLst>
          </a:prstGeom>
          <a:solidFill>
            <a:srgbClr val="5C0A12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2212848" y="8650224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2C77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21</a:t>
            </a:r>
            <a:pPr algn="ctr" indent="0" marL="0">
              <a:buNone/>
            </a:pPr>
            <a:r>
              <a:rPr lang="en-US" sz="1300" b="1" baseline="30000" dirty="0">
                <a:solidFill>
                  <a:srgbClr val="F2C77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3401568" y="86319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200" kern="0" dirty="0">
                <a:solidFill>
                  <a:srgbClr val="F7E7C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YEAR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3401568" y="89245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2C77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GANESHA UTSAV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228600" y="9290304"/>
            <a:ext cx="7104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E0F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RICHES GARDEN GANESHOTSAVA COMMITTEE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228600" y="9692640"/>
            <a:ext cx="710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0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Riches Garden Main Road, Riches Garden,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28600" y="9930384"/>
            <a:ext cx="710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0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Ramamurthy Nagar, Bengaluru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228600" y="10222992"/>
            <a:ext cx="7104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6E0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ARE WELCOME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nal_assets/bg_parch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28600" y="191770"/>
            <a:ext cx="7104888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ರಿಚ್ಚಸ್ ಗಾರ್ಡನ್ ಗಣೇಶೋತ್ಸವ ಸಮಿತಿ</a:t>
            </a:r>
            <a:endParaRPr lang="en-US" sz="2500" dirty="0"/>
          </a:p>
        </p:txBody>
      </p:sp>
      <p:sp>
        <p:nvSpPr>
          <p:cNvPr id="4" name="Text 1"/>
          <p:cNvSpPr txBox="1"/>
          <p:nvPr/>
        </p:nvSpPr>
        <p:spPr>
          <a:xfrm>
            <a:off x="228600" y="709676"/>
            <a:ext cx="7104888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೨೦ನೇ ವರ್ಷದ ಗಣೇಶ ಉತ್ಸವ </a:t>
            </a:r>
            <a:pPr algn="ctr" indent="0" marL="0">
              <a:buNone/>
            </a:pPr>
            <a:r>
              <a:rPr lang="en-US" sz="1500" dirty="0">
                <a:solidFill>
                  <a:srgbClr val="9F170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ಸಮಾರಂಭಕ್ಕೆ ನಿಮಗೆ ಆತ್ಮೀಯ ಆಮಂತ್ರಣ</a:t>
            </a:r>
            <a:endParaRPr lang="en-US" sz="1500" dirty="0"/>
          </a:p>
        </p:txBody>
      </p:sp>
      <p:pic>
        <p:nvPicPr>
          <p:cNvPr id="5" name="Image 1" descr="final_assets/guest_m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" y="1054100"/>
            <a:ext cx="2057400" cy="2075180"/>
          </a:xfrm>
          <a:prstGeom prst="rect">
            <a:avLst/>
          </a:prstGeom>
        </p:spPr>
      </p:pic>
      <p:pic>
        <p:nvPicPr>
          <p:cNvPr id="6" name="Image 2" descr="final_assets/guest_pai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960" y="1201420"/>
            <a:ext cx="1389380" cy="1143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 rot="16200000">
            <a:off x="2770632" y="1021588"/>
            <a:ext cx="210312" cy="280924"/>
          </a:xfrm>
          <a:prstGeom prst="trapezoid">
            <a:avLst/>
          </a:prstGeom>
          <a:solidFill>
            <a:srgbClr val="C79A4B"/>
          </a:solidFill>
          <a:ln w="12700">
            <a:solidFill>
              <a:srgbClr val="C79A4B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 rot="5400000">
            <a:off x="4700016" y="1021588"/>
            <a:ext cx="210312" cy="280924"/>
          </a:xfrm>
          <a:prstGeom prst="trapezoid">
            <a:avLst/>
          </a:prstGeom>
          <a:solidFill>
            <a:srgbClr val="C79A4B"/>
          </a:solidFill>
          <a:ln w="12700">
            <a:solidFill>
              <a:srgbClr val="C79A4B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2926080" y="1003300"/>
            <a:ext cx="1828800" cy="317500"/>
          </a:xfrm>
          <a:prstGeom prst="rect">
            <a:avLst/>
          </a:prstGeom>
          <a:solidFill>
            <a:srgbClr val="8B1200"/>
          </a:solidFill>
          <a:ln w="9525">
            <a:solidFill>
              <a:srgbClr val="5B0D00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2926080" y="1003300"/>
            <a:ext cx="1828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4D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ಮುಖ್ಯ ಅತಿಥಿಗಳು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778000" y="1346200"/>
            <a:ext cx="40132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840" b="1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ಶ್ರೀ ಬಿ.ಎ. ಬಸವರಾಜ್, </a:t>
            </a:r>
            <a:pPr algn="ctr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9F170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ಶಾಸಕರು, ಕೆ.ಆರ್. ಪುರ</a:t>
            </a:r>
            <a:endParaRPr lang="en-US" sz="184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ಶ್ರೀ ಕೃಷ್ಣ ಮೂರ್ತಿ, </a:t>
            </a:r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F170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ಬಿ ಜೆ ಪಿ ನಾಯಕರು</a:t>
            </a:r>
            <a:endParaRPr lang="en-US" sz="184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ಶ್ರೀಮತಿ ಎಂ. ಶಾಂತ ಕೃಷ್ಣ ಮೂರ್ತಿ, </a:t>
            </a:r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F170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ಸಮಾಜ ಸೇವಕರು</a:t>
            </a:r>
            <a:endParaRPr lang="en-US" sz="1840" dirty="0"/>
          </a:p>
        </p:txBody>
      </p:sp>
      <p:sp>
        <p:nvSpPr>
          <p:cNvPr id="12" name="Shape 7"/>
          <p:cNvSpPr/>
          <p:nvPr/>
        </p:nvSpPr>
        <p:spPr>
          <a:xfrm rot="16200000">
            <a:off x="2829052" y="2240788"/>
            <a:ext cx="210312" cy="255524"/>
          </a:xfrm>
          <a:prstGeom prst="trapezoid">
            <a:avLst/>
          </a:prstGeom>
          <a:solidFill>
            <a:srgbClr val="C79A4B"/>
          </a:solidFill>
          <a:ln w="12700">
            <a:solidFill>
              <a:srgbClr val="C79A4B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 rot="5400000">
            <a:off x="4700016" y="2240788"/>
            <a:ext cx="210312" cy="255524"/>
          </a:xfrm>
          <a:prstGeom prst="trapezoid">
            <a:avLst/>
          </a:prstGeom>
          <a:solidFill>
            <a:srgbClr val="C79A4B"/>
          </a:solidFill>
          <a:ln w="12700">
            <a:solidFill>
              <a:srgbClr val="C79A4B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984500" y="2222500"/>
            <a:ext cx="1770380" cy="292100"/>
          </a:xfrm>
          <a:prstGeom prst="rect">
            <a:avLst/>
          </a:prstGeom>
          <a:solidFill>
            <a:srgbClr val="8B1200"/>
          </a:solidFill>
          <a:ln w="9525">
            <a:solidFill>
              <a:srgbClr val="5B0D0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2984500" y="2222500"/>
            <a:ext cx="17703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4D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ಕಾರ್ಯಕ್ರಮಗಳು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2546985"/>
            <a:ext cx="664768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0A3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18-09-2026 ಶುಕ್ರವಾರ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965200" y="2715895"/>
            <a:ext cx="152400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ಬೆಳಗ್ಗೆ 10:00 ಗಂಟೆಗೆ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2862580" y="2715895"/>
            <a:ext cx="457200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:ಗಣೇಶ ಮೂರ್ತಿ ಪ್ರತಿಷ್ಠಾಪನೆ, ಪೂಜೆ ಮತ್ತು ಪ್ರಸಾದ ವಿತರಣೆ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965200" y="2919095"/>
            <a:ext cx="152400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ಸಂಜೆ 6:00 ಗಂಟೆಗೆ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2862580" y="2919095"/>
            <a:ext cx="457200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:ಮಕ್ಕಳಿಂದ ರಂಗ ಪ್ರದರ್ಶನ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965200" y="3122295"/>
            <a:ext cx="152400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ರಾತ್ರಿ 8:30 ಗಂಟೆಗೆ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2862580" y="3122295"/>
            <a:ext cx="457200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:ಪ್ರಸಾದ ವಿತರಣೆ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457200" y="3359785"/>
            <a:ext cx="664768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0A3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19-09-2026 ಶನಿವಾರ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965200" y="3579495"/>
            <a:ext cx="152400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ಬೆಳಗ್ಗೆ 9:00 ಗಂಟೆಗೆ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2862580" y="3579495"/>
            <a:ext cx="457200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:ಪೂಜಾ ಮತ್ತು ಪ್ರಸಾದ ವಿತರಣೆ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965200" y="3782695"/>
            <a:ext cx="152400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ಬೆಳಗ್ಗೆ 10:00 ಗಂಟೆಗೆ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2862580" y="3782695"/>
            <a:ext cx="457200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:ಮೋಜಿನ ಆಟಗಳು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965200" y="4011295"/>
            <a:ext cx="152400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ಸಂಜೆ 6:00 ಗಂಟೆಗೆ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2862580" y="4011295"/>
            <a:ext cx="457200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:ಮಕ್ಕಳಿಂದ ರಂಗ ಪ್ರದರ್ಶನ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965200" y="4189095"/>
            <a:ext cx="152400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ರಾತ್ರಿ 8:30 ಗಂಟೆಗೆ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2862580" y="4189095"/>
            <a:ext cx="457200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:ಪ್ರಸಾದ ವಿತರಣೆ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457200" y="4477385"/>
            <a:ext cx="664768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0A3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20-09-2026 ಭಾನುವಾರ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965200" y="4646295"/>
            <a:ext cx="152400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ಬೆಳಗ್ಗೆ 9:00 ಗಂಟೆಗೆ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2862580" y="4646295"/>
            <a:ext cx="457200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:ಪೂಜಾ ಮತ್ತು ಪ್ರಸಾದ ವಿತರಣೆ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965200" y="4849495"/>
            <a:ext cx="152400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ಬೆಳಗ್ಗೆ 10:00 ಗಂಟೆಗೆ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2862580" y="4849495"/>
            <a:ext cx="457200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:Devotional songs by ----kannada??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965200" y="5027295"/>
            <a:ext cx="152400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ಸಂಜೆ 5:00 ಗಂಟೆಗೆ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2862580" y="5027295"/>
            <a:ext cx="457200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0A3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:ಡಿಜೆ ಸಂಗೀತದೊಂದಿಗೆ ಮೆರವಣಿಗೆ ನಂತರ ವಿಸರ್ಜನೆ</a:t>
            </a:r>
            <a:endParaRPr lang="en-US" sz="1000" dirty="0"/>
          </a:p>
        </p:txBody>
      </p:sp>
      <p:sp>
        <p:nvSpPr>
          <p:cNvPr id="39" name="Text 34"/>
          <p:cNvSpPr txBox="1"/>
          <p:nvPr/>
        </p:nvSpPr>
        <p:spPr>
          <a:xfrm>
            <a:off x="228600" y="5373370"/>
            <a:ext cx="7104888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6E0F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Riches Garden Ganeshothsava Committee</a:t>
            </a:r>
            <a:endParaRPr lang="en-US" sz="2500" dirty="0"/>
          </a:p>
        </p:txBody>
      </p:sp>
      <p:sp>
        <p:nvSpPr>
          <p:cNvPr id="40" name="Text 35"/>
          <p:cNvSpPr txBox="1"/>
          <p:nvPr/>
        </p:nvSpPr>
        <p:spPr>
          <a:xfrm>
            <a:off x="228600" y="5755386"/>
            <a:ext cx="7104888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0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cordially invited to attend the </a:t>
            </a:r>
            <a:pPr algn="ctr" indent="0" marL="0">
              <a:buNone/>
            </a:pPr>
            <a:r>
              <a:rPr lang="en-US" sz="1400" b="1" dirty="0">
                <a:solidFill>
                  <a:srgbClr val="6E0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20th Year Ganesh Uthsava</a:t>
            </a:r>
            <a:endParaRPr lang="en-US" sz="1400" dirty="0"/>
          </a:p>
        </p:txBody>
      </p:sp>
      <p:sp>
        <p:nvSpPr>
          <p:cNvPr id="41" name="Text 36"/>
          <p:cNvSpPr txBox="1"/>
          <p:nvPr/>
        </p:nvSpPr>
        <p:spPr>
          <a:xfrm>
            <a:off x="228600" y="6009386"/>
            <a:ext cx="7104888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0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Between 18th and 20th September 2026</a:t>
            </a:r>
            <a:endParaRPr lang="en-US" sz="1400" dirty="0"/>
          </a:p>
        </p:txBody>
      </p:sp>
      <p:sp>
        <p:nvSpPr>
          <p:cNvPr id="42" name="Shape 37"/>
          <p:cNvSpPr/>
          <p:nvPr/>
        </p:nvSpPr>
        <p:spPr>
          <a:xfrm rot="16200000">
            <a:off x="2493772" y="6355588"/>
            <a:ext cx="210312" cy="280924"/>
          </a:xfrm>
          <a:prstGeom prst="trapezoid">
            <a:avLst/>
          </a:prstGeom>
          <a:solidFill>
            <a:srgbClr val="C79A4B"/>
          </a:solidFill>
          <a:ln w="12700">
            <a:solidFill>
              <a:srgbClr val="C79A4B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 rot="5400000">
            <a:off x="4423156" y="6355588"/>
            <a:ext cx="210312" cy="280924"/>
          </a:xfrm>
          <a:prstGeom prst="trapezoid">
            <a:avLst/>
          </a:prstGeom>
          <a:solidFill>
            <a:srgbClr val="C79A4B"/>
          </a:solidFill>
          <a:ln w="12700">
            <a:solidFill>
              <a:srgbClr val="C79A4B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2649220" y="6337300"/>
            <a:ext cx="1828800" cy="317500"/>
          </a:xfrm>
          <a:prstGeom prst="rect">
            <a:avLst/>
          </a:prstGeom>
          <a:solidFill>
            <a:srgbClr val="8B1200"/>
          </a:solidFill>
          <a:ln w="9525">
            <a:solidFill>
              <a:srgbClr val="5B0D00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2649220" y="6337300"/>
            <a:ext cx="1828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4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Chief Guests</a:t>
            </a:r>
            <a:endParaRPr lang="en-US" sz="1300" dirty="0"/>
          </a:p>
        </p:txBody>
      </p:sp>
      <p:sp>
        <p:nvSpPr>
          <p:cNvPr id="46" name="Text 41"/>
          <p:cNvSpPr txBox="1"/>
          <p:nvPr/>
        </p:nvSpPr>
        <p:spPr>
          <a:xfrm>
            <a:off x="548640" y="6502400"/>
            <a:ext cx="646480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840" b="1" dirty="0">
                <a:solidFill>
                  <a:srgbClr val="6E0F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Shri B.A. Basavaraj, </a:t>
            </a:r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6E0F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MLA, KR PURAM</a:t>
            </a:r>
            <a:endParaRPr lang="en-US" sz="184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6E0F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Shri. Krishnamurthy, </a:t>
            </a:r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6E0F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BJP LEADER</a:t>
            </a:r>
            <a:endParaRPr lang="en-US" sz="184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6E0F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Smt. M. Shantha Krishnamurthy, </a:t>
            </a:r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6E0F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SOCIAL WORKER</a:t>
            </a:r>
            <a:endParaRPr lang="en-US" sz="1840" dirty="0"/>
          </a:p>
        </p:txBody>
      </p:sp>
      <p:sp>
        <p:nvSpPr>
          <p:cNvPr id="47" name="Shape 42"/>
          <p:cNvSpPr/>
          <p:nvPr/>
        </p:nvSpPr>
        <p:spPr>
          <a:xfrm rot="16200000">
            <a:off x="2557272" y="7348728"/>
            <a:ext cx="210312" cy="280924"/>
          </a:xfrm>
          <a:prstGeom prst="trapezoid">
            <a:avLst/>
          </a:prstGeom>
          <a:solidFill>
            <a:srgbClr val="C79A4B"/>
          </a:solidFill>
          <a:ln w="12700">
            <a:solidFill>
              <a:srgbClr val="C79A4B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 rot="5400000">
            <a:off x="4428236" y="7348728"/>
            <a:ext cx="210312" cy="280924"/>
          </a:xfrm>
          <a:prstGeom prst="trapezoid">
            <a:avLst/>
          </a:prstGeom>
          <a:solidFill>
            <a:srgbClr val="C79A4B"/>
          </a:solidFill>
          <a:ln w="12700">
            <a:solidFill>
              <a:srgbClr val="C79A4B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712720" y="7330440"/>
            <a:ext cx="1770380" cy="317500"/>
          </a:xfrm>
          <a:prstGeom prst="rect">
            <a:avLst/>
          </a:prstGeom>
          <a:solidFill>
            <a:srgbClr val="8B1200"/>
          </a:solidFill>
          <a:ln w="9525">
            <a:solidFill>
              <a:srgbClr val="5B0D00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2712720" y="7330440"/>
            <a:ext cx="177038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4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Programmes</a:t>
            </a:r>
            <a:endParaRPr lang="en-US" sz="1300" dirty="0"/>
          </a:p>
        </p:txBody>
      </p:sp>
      <p:sp>
        <p:nvSpPr>
          <p:cNvPr id="51" name="Text 46"/>
          <p:cNvSpPr txBox="1"/>
          <p:nvPr/>
        </p:nvSpPr>
        <p:spPr>
          <a:xfrm>
            <a:off x="457200" y="7652385"/>
            <a:ext cx="6647688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0A3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18-09-2026 Friday</a:t>
            </a:r>
            <a:endParaRPr lang="en-US" sz="1200" dirty="0"/>
          </a:p>
        </p:txBody>
      </p:sp>
      <p:sp>
        <p:nvSpPr>
          <p:cNvPr id="52" name="Text 47"/>
          <p:cNvSpPr txBox="1"/>
          <p:nvPr/>
        </p:nvSpPr>
        <p:spPr>
          <a:xfrm>
            <a:off x="1168400" y="7846695"/>
            <a:ext cx="10922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 am</a:t>
            </a:r>
            <a:endParaRPr lang="en-US" sz="1100" dirty="0"/>
          </a:p>
        </p:txBody>
      </p:sp>
      <p:sp>
        <p:nvSpPr>
          <p:cNvPr id="53" name="Text 48"/>
          <p:cNvSpPr txBox="1"/>
          <p:nvPr/>
        </p:nvSpPr>
        <p:spPr>
          <a:xfrm>
            <a:off x="2291080" y="7846695"/>
            <a:ext cx="177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</a:t>
            </a:r>
            <a:endParaRPr lang="en-US" sz="1100" dirty="0"/>
          </a:p>
        </p:txBody>
      </p:sp>
      <p:sp>
        <p:nvSpPr>
          <p:cNvPr id="54" name="Text 49"/>
          <p:cNvSpPr txBox="1"/>
          <p:nvPr/>
        </p:nvSpPr>
        <p:spPr>
          <a:xfrm>
            <a:off x="2489200" y="7846695"/>
            <a:ext cx="48260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Ganesha Idol Installation, Pooja and Prasadam Distribution</a:t>
            </a:r>
            <a:endParaRPr lang="en-US" sz="1100" dirty="0"/>
          </a:p>
        </p:txBody>
      </p:sp>
      <p:sp>
        <p:nvSpPr>
          <p:cNvPr id="55" name="Text 50"/>
          <p:cNvSpPr txBox="1"/>
          <p:nvPr/>
        </p:nvSpPr>
        <p:spPr>
          <a:xfrm>
            <a:off x="1168400" y="8024495"/>
            <a:ext cx="10922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6:30 pm</a:t>
            </a:r>
            <a:endParaRPr lang="en-US" sz="1100" dirty="0"/>
          </a:p>
        </p:txBody>
      </p:sp>
      <p:sp>
        <p:nvSpPr>
          <p:cNvPr id="56" name="Text 51"/>
          <p:cNvSpPr txBox="1"/>
          <p:nvPr/>
        </p:nvSpPr>
        <p:spPr>
          <a:xfrm>
            <a:off x="2291080" y="8024495"/>
            <a:ext cx="177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</a:t>
            </a:r>
            <a:endParaRPr lang="en-US" sz="1100" dirty="0"/>
          </a:p>
        </p:txBody>
      </p:sp>
      <p:sp>
        <p:nvSpPr>
          <p:cNvPr id="57" name="Text 52"/>
          <p:cNvSpPr txBox="1"/>
          <p:nvPr/>
        </p:nvSpPr>
        <p:spPr>
          <a:xfrm>
            <a:off x="2489200" y="8024495"/>
            <a:ext cx="48260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Stage Performance by Kids</a:t>
            </a:r>
            <a:endParaRPr lang="en-US" sz="1100" dirty="0"/>
          </a:p>
        </p:txBody>
      </p:sp>
      <p:sp>
        <p:nvSpPr>
          <p:cNvPr id="58" name="Text 53"/>
          <p:cNvSpPr txBox="1"/>
          <p:nvPr/>
        </p:nvSpPr>
        <p:spPr>
          <a:xfrm>
            <a:off x="1168400" y="8202295"/>
            <a:ext cx="10922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8:30 pm</a:t>
            </a:r>
            <a:endParaRPr lang="en-US" sz="1100" dirty="0"/>
          </a:p>
        </p:txBody>
      </p:sp>
      <p:sp>
        <p:nvSpPr>
          <p:cNvPr id="59" name="Text 54"/>
          <p:cNvSpPr txBox="1"/>
          <p:nvPr/>
        </p:nvSpPr>
        <p:spPr>
          <a:xfrm>
            <a:off x="2291080" y="8202295"/>
            <a:ext cx="177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</a:t>
            </a:r>
            <a:endParaRPr lang="en-US" sz="1100" dirty="0"/>
          </a:p>
        </p:txBody>
      </p:sp>
      <p:sp>
        <p:nvSpPr>
          <p:cNvPr id="60" name="Text 55"/>
          <p:cNvSpPr txBox="1"/>
          <p:nvPr/>
        </p:nvSpPr>
        <p:spPr>
          <a:xfrm>
            <a:off x="2489200" y="8202295"/>
            <a:ext cx="48260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Prasadam Distribution</a:t>
            </a:r>
            <a:endParaRPr lang="en-US" sz="1100" dirty="0"/>
          </a:p>
        </p:txBody>
      </p:sp>
      <p:sp>
        <p:nvSpPr>
          <p:cNvPr id="61" name="Text 56"/>
          <p:cNvSpPr txBox="1"/>
          <p:nvPr/>
        </p:nvSpPr>
        <p:spPr>
          <a:xfrm>
            <a:off x="457200" y="8465185"/>
            <a:ext cx="6647688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0A3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19-09-2026 Saturday</a:t>
            </a:r>
            <a:endParaRPr lang="en-US" sz="1200" dirty="0"/>
          </a:p>
        </p:txBody>
      </p:sp>
      <p:sp>
        <p:nvSpPr>
          <p:cNvPr id="62" name="Text 57"/>
          <p:cNvSpPr txBox="1"/>
          <p:nvPr/>
        </p:nvSpPr>
        <p:spPr>
          <a:xfrm>
            <a:off x="1168400" y="8634095"/>
            <a:ext cx="10922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 am</a:t>
            </a:r>
            <a:endParaRPr lang="en-US" sz="1100" dirty="0"/>
          </a:p>
        </p:txBody>
      </p:sp>
      <p:sp>
        <p:nvSpPr>
          <p:cNvPr id="63" name="Text 58"/>
          <p:cNvSpPr txBox="1"/>
          <p:nvPr/>
        </p:nvSpPr>
        <p:spPr>
          <a:xfrm>
            <a:off x="2291080" y="8634095"/>
            <a:ext cx="177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</a:t>
            </a:r>
            <a:endParaRPr lang="en-US" sz="1100" dirty="0"/>
          </a:p>
        </p:txBody>
      </p:sp>
      <p:sp>
        <p:nvSpPr>
          <p:cNvPr id="64" name="Text 59"/>
          <p:cNvSpPr txBox="1"/>
          <p:nvPr/>
        </p:nvSpPr>
        <p:spPr>
          <a:xfrm>
            <a:off x="2489200" y="8634095"/>
            <a:ext cx="48260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Pooja and Prasadam Distribution</a:t>
            </a:r>
            <a:endParaRPr lang="en-US" sz="1100" dirty="0"/>
          </a:p>
        </p:txBody>
      </p:sp>
      <p:sp>
        <p:nvSpPr>
          <p:cNvPr id="65" name="Text 60"/>
          <p:cNvSpPr txBox="1"/>
          <p:nvPr/>
        </p:nvSpPr>
        <p:spPr>
          <a:xfrm>
            <a:off x="1168400" y="8811895"/>
            <a:ext cx="10922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 am</a:t>
            </a:r>
            <a:endParaRPr lang="en-US" sz="1100" dirty="0"/>
          </a:p>
        </p:txBody>
      </p:sp>
      <p:sp>
        <p:nvSpPr>
          <p:cNvPr id="66" name="Text 61"/>
          <p:cNvSpPr txBox="1"/>
          <p:nvPr/>
        </p:nvSpPr>
        <p:spPr>
          <a:xfrm>
            <a:off x="2291080" y="8811895"/>
            <a:ext cx="177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</a:t>
            </a:r>
            <a:endParaRPr lang="en-US" sz="1100" dirty="0"/>
          </a:p>
        </p:txBody>
      </p:sp>
      <p:sp>
        <p:nvSpPr>
          <p:cNvPr id="67" name="Text 62"/>
          <p:cNvSpPr txBox="1"/>
          <p:nvPr/>
        </p:nvSpPr>
        <p:spPr>
          <a:xfrm>
            <a:off x="2489200" y="8811895"/>
            <a:ext cx="48260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Sports Activity for Children and Ladies</a:t>
            </a:r>
            <a:endParaRPr lang="en-US" sz="1100" dirty="0"/>
          </a:p>
        </p:txBody>
      </p:sp>
      <p:sp>
        <p:nvSpPr>
          <p:cNvPr id="68" name="Text 63"/>
          <p:cNvSpPr txBox="1"/>
          <p:nvPr/>
        </p:nvSpPr>
        <p:spPr>
          <a:xfrm>
            <a:off x="1168400" y="8989695"/>
            <a:ext cx="10922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6:30 pm</a:t>
            </a:r>
            <a:endParaRPr lang="en-US" sz="1100" dirty="0"/>
          </a:p>
        </p:txBody>
      </p:sp>
      <p:sp>
        <p:nvSpPr>
          <p:cNvPr id="69" name="Text 64"/>
          <p:cNvSpPr txBox="1"/>
          <p:nvPr/>
        </p:nvSpPr>
        <p:spPr>
          <a:xfrm>
            <a:off x="2291080" y="8989695"/>
            <a:ext cx="177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</a:t>
            </a:r>
            <a:endParaRPr lang="en-US" sz="1100" dirty="0"/>
          </a:p>
        </p:txBody>
      </p:sp>
      <p:sp>
        <p:nvSpPr>
          <p:cNvPr id="70" name="Text 65"/>
          <p:cNvSpPr txBox="1"/>
          <p:nvPr/>
        </p:nvSpPr>
        <p:spPr>
          <a:xfrm>
            <a:off x="2489200" y="8989695"/>
            <a:ext cx="48260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Stage Performance by Kids</a:t>
            </a:r>
            <a:endParaRPr lang="en-US" sz="1100" dirty="0"/>
          </a:p>
        </p:txBody>
      </p:sp>
      <p:sp>
        <p:nvSpPr>
          <p:cNvPr id="71" name="Text 66"/>
          <p:cNvSpPr txBox="1"/>
          <p:nvPr/>
        </p:nvSpPr>
        <p:spPr>
          <a:xfrm>
            <a:off x="1168400" y="9167495"/>
            <a:ext cx="10922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8:30 pm</a:t>
            </a:r>
            <a:endParaRPr lang="en-US" sz="1100" dirty="0"/>
          </a:p>
        </p:txBody>
      </p:sp>
      <p:sp>
        <p:nvSpPr>
          <p:cNvPr id="72" name="Text 67"/>
          <p:cNvSpPr txBox="1"/>
          <p:nvPr/>
        </p:nvSpPr>
        <p:spPr>
          <a:xfrm>
            <a:off x="2291080" y="9167495"/>
            <a:ext cx="177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</a:t>
            </a:r>
            <a:endParaRPr lang="en-US" sz="1100" dirty="0"/>
          </a:p>
        </p:txBody>
      </p:sp>
      <p:sp>
        <p:nvSpPr>
          <p:cNvPr id="73" name="Text 68"/>
          <p:cNvSpPr txBox="1"/>
          <p:nvPr/>
        </p:nvSpPr>
        <p:spPr>
          <a:xfrm>
            <a:off x="2489200" y="9167495"/>
            <a:ext cx="48260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Prasadam Distribution</a:t>
            </a:r>
            <a:endParaRPr lang="en-US" sz="1100" dirty="0"/>
          </a:p>
        </p:txBody>
      </p:sp>
      <p:sp>
        <p:nvSpPr>
          <p:cNvPr id="74" name="Text 69"/>
          <p:cNvSpPr txBox="1"/>
          <p:nvPr/>
        </p:nvSpPr>
        <p:spPr>
          <a:xfrm>
            <a:off x="457200" y="9430385"/>
            <a:ext cx="6647688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0A3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20-09-2026 Sunday</a:t>
            </a:r>
            <a:endParaRPr lang="en-US" sz="1200" dirty="0"/>
          </a:p>
        </p:txBody>
      </p:sp>
      <p:sp>
        <p:nvSpPr>
          <p:cNvPr id="75" name="Text 70"/>
          <p:cNvSpPr txBox="1"/>
          <p:nvPr/>
        </p:nvSpPr>
        <p:spPr>
          <a:xfrm>
            <a:off x="1168400" y="9599295"/>
            <a:ext cx="10922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 am</a:t>
            </a:r>
            <a:endParaRPr lang="en-US" sz="1100" dirty="0"/>
          </a:p>
        </p:txBody>
      </p:sp>
      <p:sp>
        <p:nvSpPr>
          <p:cNvPr id="76" name="Text 71"/>
          <p:cNvSpPr txBox="1"/>
          <p:nvPr/>
        </p:nvSpPr>
        <p:spPr>
          <a:xfrm>
            <a:off x="2291080" y="9599295"/>
            <a:ext cx="177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</a:t>
            </a:r>
            <a:endParaRPr lang="en-US" sz="1100" dirty="0"/>
          </a:p>
        </p:txBody>
      </p:sp>
      <p:sp>
        <p:nvSpPr>
          <p:cNvPr id="77" name="Text 72"/>
          <p:cNvSpPr txBox="1"/>
          <p:nvPr/>
        </p:nvSpPr>
        <p:spPr>
          <a:xfrm>
            <a:off x="2489200" y="9599295"/>
            <a:ext cx="48260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Pooja and Prasadam Distribution</a:t>
            </a:r>
            <a:endParaRPr lang="en-US" sz="1100" dirty="0"/>
          </a:p>
        </p:txBody>
      </p:sp>
      <p:sp>
        <p:nvSpPr>
          <p:cNvPr id="78" name="Text 73"/>
          <p:cNvSpPr txBox="1"/>
          <p:nvPr/>
        </p:nvSpPr>
        <p:spPr>
          <a:xfrm>
            <a:off x="1168400" y="9777095"/>
            <a:ext cx="10922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10pm - 12 pm</a:t>
            </a:r>
            <a:endParaRPr lang="en-US" sz="1100" dirty="0"/>
          </a:p>
        </p:txBody>
      </p:sp>
      <p:sp>
        <p:nvSpPr>
          <p:cNvPr id="79" name="Text 74"/>
          <p:cNvSpPr txBox="1"/>
          <p:nvPr/>
        </p:nvSpPr>
        <p:spPr>
          <a:xfrm>
            <a:off x="2291080" y="9777095"/>
            <a:ext cx="177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</a:t>
            </a:r>
            <a:endParaRPr lang="en-US" sz="1100" dirty="0"/>
          </a:p>
        </p:txBody>
      </p:sp>
      <p:sp>
        <p:nvSpPr>
          <p:cNvPr id="80" name="Text 75"/>
          <p:cNvSpPr txBox="1"/>
          <p:nvPr/>
        </p:nvSpPr>
        <p:spPr>
          <a:xfrm>
            <a:off x="2489200" y="9777095"/>
            <a:ext cx="48260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Devotional song by</a:t>
            </a:r>
            <a:endParaRPr lang="en-US" sz="1100" dirty="0"/>
          </a:p>
        </p:txBody>
      </p:sp>
      <p:sp>
        <p:nvSpPr>
          <p:cNvPr id="81" name="Text 76"/>
          <p:cNvSpPr txBox="1"/>
          <p:nvPr/>
        </p:nvSpPr>
        <p:spPr>
          <a:xfrm>
            <a:off x="1168400" y="9954895"/>
            <a:ext cx="10922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 pm</a:t>
            </a:r>
            <a:endParaRPr lang="en-US" sz="1100" dirty="0"/>
          </a:p>
        </p:txBody>
      </p:sp>
      <p:sp>
        <p:nvSpPr>
          <p:cNvPr id="82" name="Text 77"/>
          <p:cNvSpPr txBox="1"/>
          <p:nvPr/>
        </p:nvSpPr>
        <p:spPr>
          <a:xfrm>
            <a:off x="2291080" y="9954895"/>
            <a:ext cx="1778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</a:t>
            </a:r>
            <a:endParaRPr lang="en-US" sz="1100" dirty="0"/>
          </a:p>
        </p:txBody>
      </p:sp>
      <p:sp>
        <p:nvSpPr>
          <p:cNvPr id="83" name="Text 78"/>
          <p:cNvSpPr txBox="1"/>
          <p:nvPr/>
        </p:nvSpPr>
        <p:spPr>
          <a:xfrm>
            <a:off x="2489200" y="9954895"/>
            <a:ext cx="48260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Procession with DJ Music and Visarjana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nal_assets/bg_parch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28800" y="497840"/>
            <a:ext cx="3911600" cy="330200"/>
          </a:xfrm>
          <a:prstGeom prst="hexagon">
            <a:avLst/>
          </a:prstGeom>
          <a:solidFill>
            <a:srgbClr val="FFD165"/>
          </a:solidFill>
          <a:ln w="12700">
            <a:solidFill>
              <a:srgbClr val="FFD165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828800" y="497840"/>
            <a:ext cx="3911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0A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Contribution and Sponsors</a:t>
            </a:r>
            <a:endParaRPr lang="en-US" sz="1400" dirty="0"/>
          </a:p>
        </p:txBody>
      </p:sp>
      <p:pic>
        <p:nvPicPr>
          <p:cNvPr id="5" name="Image 1" descr="final_assets/qr_up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914400"/>
            <a:ext cx="1310640" cy="13106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91160" y="870585"/>
            <a:ext cx="2794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 Members/ House Owners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3241040" y="870585"/>
            <a:ext cx="2032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3479800" y="870585"/>
            <a:ext cx="3937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Rs. 2000 per Member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391160" y="1099185"/>
            <a:ext cx="2794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Contribution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391160" y="1556385"/>
            <a:ext cx="2794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 Ganesha Idol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3241040" y="1556385"/>
            <a:ext cx="2032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3479800" y="1556385"/>
            <a:ext cx="3937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Mr. Prem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91160" y="1759585"/>
            <a:ext cx="2794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 Lighting / Sound System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241040" y="1759585"/>
            <a:ext cx="2032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479800" y="1759585"/>
            <a:ext cx="3937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Mr. Suresh, Mr. Saravana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91160" y="1962785"/>
            <a:ext cx="2794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4. Food Ration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241040" y="1962785"/>
            <a:ext cx="2032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3479800" y="1962785"/>
            <a:ext cx="3937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Mr. Mune Gowda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391160" y="2191385"/>
            <a:ext cx="2794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5. DJ Music- Procession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3241040" y="2191385"/>
            <a:ext cx="2032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3479800" y="2191385"/>
            <a:ext cx="3937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Mr. Murthy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391160" y="2394585"/>
            <a:ext cx="2794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6. Friday Morning Prasadam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3241040" y="2394585"/>
            <a:ext cx="2032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3479800" y="2394585"/>
            <a:ext cx="3937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Mr. Venkatesh. B, Mr. Shivappa Meti,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3479800" y="2623185"/>
            <a:ext cx="3937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Mr. Kumareshan, Mr. Balaji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391160" y="2826385"/>
            <a:ext cx="2794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7. Rs 10000 Contributed Donors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3241040" y="2826385"/>
            <a:ext cx="2032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3479800" y="2826385"/>
            <a:ext cx="3937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Mr. Vinay, Mr. Balagangadhar, Mr. Srinivas V,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3479800" y="3054985"/>
            <a:ext cx="3937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Mr. Krishna Murthy Chettiar, Mr. Srinivas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3479800" y="3258185"/>
            <a:ext cx="3937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Rao V, Mr. Srinivas E.P, Mr. SubbuKrishna,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3479800" y="3486785"/>
            <a:ext cx="3937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Mr. Mounesh, Mr. Reji Subrahmanyan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1524000" y="1327785"/>
            <a:ext cx="3810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Online Payments to Aditya Srinivas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2159000" y="3934460"/>
            <a:ext cx="3251200" cy="368300"/>
          </a:xfrm>
          <a:prstGeom prst="hexagon">
            <a:avLst/>
          </a:prstGeom>
          <a:solidFill>
            <a:srgbClr val="FFD165"/>
          </a:solidFill>
          <a:ln w="12700">
            <a:solidFill>
              <a:srgbClr val="FFD165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2159000" y="3934460"/>
            <a:ext cx="32512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0A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Volunteers</a:t>
            </a:r>
            <a:endParaRPr lang="en-US" sz="1600" dirty="0"/>
          </a:p>
        </p:txBody>
      </p:sp>
      <p:sp>
        <p:nvSpPr>
          <p:cNvPr id="35" name="Text 31"/>
          <p:cNvSpPr txBox="1"/>
          <p:nvPr/>
        </p:nvSpPr>
        <p:spPr>
          <a:xfrm>
            <a:off x="398780" y="4350385"/>
            <a:ext cx="32512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 Convenor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3700780" y="4350385"/>
            <a:ext cx="2032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3980180" y="4350385"/>
            <a:ext cx="3429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Mr. Malathesh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398780" y="4553585"/>
            <a:ext cx="32512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 Cultural Activities (Stage Show)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3700780" y="4553585"/>
            <a:ext cx="2032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</a:t>
            </a:r>
            <a:endParaRPr lang="en-US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3980180" y="4553585"/>
            <a:ext cx="3429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Mr. Srinivas V   -  7259816679</a:t>
            </a:r>
            <a:endParaRPr lang="en-US" sz="1200" dirty="0"/>
          </a:p>
        </p:txBody>
      </p:sp>
      <p:sp>
        <p:nvSpPr>
          <p:cNvPr id="41" name="Text 37"/>
          <p:cNvSpPr txBox="1"/>
          <p:nvPr/>
        </p:nvSpPr>
        <p:spPr>
          <a:xfrm>
            <a:off x="398780" y="4782185"/>
            <a:ext cx="32512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 Food</a:t>
            </a:r>
            <a:endParaRPr lang="en-US" sz="1200" dirty="0"/>
          </a:p>
        </p:txBody>
      </p:sp>
      <p:sp>
        <p:nvSpPr>
          <p:cNvPr id="42" name="Text 38"/>
          <p:cNvSpPr txBox="1"/>
          <p:nvPr/>
        </p:nvSpPr>
        <p:spPr>
          <a:xfrm>
            <a:off x="3700780" y="4782185"/>
            <a:ext cx="2032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</a:t>
            </a:r>
            <a:endParaRPr lang="en-US" sz="1200" dirty="0"/>
          </a:p>
        </p:txBody>
      </p:sp>
      <p:sp>
        <p:nvSpPr>
          <p:cNvPr id="43" name="Text 39"/>
          <p:cNvSpPr txBox="1"/>
          <p:nvPr/>
        </p:nvSpPr>
        <p:spPr>
          <a:xfrm>
            <a:off x="3980180" y="4782185"/>
            <a:ext cx="3429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Mr. Murthy and Mr. Rajesh</a:t>
            </a:r>
            <a:endParaRPr lang="en-US" sz="1200" dirty="0"/>
          </a:p>
        </p:txBody>
      </p:sp>
      <p:sp>
        <p:nvSpPr>
          <p:cNvPr id="44" name="Text 40"/>
          <p:cNvSpPr txBox="1"/>
          <p:nvPr/>
        </p:nvSpPr>
        <p:spPr>
          <a:xfrm>
            <a:off x="398780" y="4985385"/>
            <a:ext cx="32512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4. Flower Decoration</a:t>
            </a:r>
            <a:endParaRPr lang="en-US" sz="1200" dirty="0"/>
          </a:p>
        </p:txBody>
      </p:sp>
      <p:sp>
        <p:nvSpPr>
          <p:cNvPr id="45" name="Text 41"/>
          <p:cNvSpPr txBox="1"/>
          <p:nvPr/>
        </p:nvSpPr>
        <p:spPr>
          <a:xfrm>
            <a:off x="3700780" y="4985385"/>
            <a:ext cx="2032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</a:t>
            </a:r>
            <a:endParaRPr lang="en-US" sz="1200" dirty="0"/>
          </a:p>
        </p:txBody>
      </p:sp>
      <p:sp>
        <p:nvSpPr>
          <p:cNvPr id="46" name="Text 42"/>
          <p:cNvSpPr txBox="1"/>
          <p:nvPr/>
        </p:nvSpPr>
        <p:spPr>
          <a:xfrm>
            <a:off x="3980180" y="4985385"/>
            <a:ext cx="3429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Mr. Prem Kumar, Mr. Murthy</a:t>
            </a:r>
            <a:endParaRPr lang="en-US" sz="1200" dirty="0"/>
          </a:p>
        </p:txBody>
      </p:sp>
      <p:sp>
        <p:nvSpPr>
          <p:cNvPr id="47" name="Text 43"/>
          <p:cNvSpPr txBox="1"/>
          <p:nvPr/>
        </p:nvSpPr>
        <p:spPr>
          <a:xfrm>
            <a:off x="398780" y="5188585"/>
            <a:ext cx="32512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5. Account Maintenance</a:t>
            </a:r>
            <a:endParaRPr lang="en-US" sz="1200" dirty="0"/>
          </a:p>
        </p:txBody>
      </p:sp>
      <p:sp>
        <p:nvSpPr>
          <p:cNvPr id="48" name="Text 44"/>
          <p:cNvSpPr txBox="1"/>
          <p:nvPr/>
        </p:nvSpPr>
        <p:spPr>
          <a:xfrm>
            <a:off x="3700780" y="5188585"/>
            <a:ext cx="2032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</a:t>
            </a:r>
            <a:endParaRPr lang="en-US" sz="1200" dirty="0"/>
          </a:p>
        </p:txBody>
      </p:sp>
      <p:sp>
        <p:nvSpPr>
          <p:cNvPr id="49" name="Text 45"/>
          <p:cNvSpPr txBox="1"/>
          <p:nvPr/>
        </p:nvSpPr>
        <p:spPr>
          <a:xfrm>
            <a:off x="3980180" y="5188585"/>
            <a:ext cx="3429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Mr. Prem Kumar and Mr. Srinivas V</a:t>
            </a:r>
            <a:endParaRPr lang="en-US" sz="1200" dirty="0"/>
          </a:p>
        </p:txBody>
      </p:sp>
      <p:sp>
        <p:nvSpPr>
          <p:cNvPr id="50" name="Text 46"/>
          <p:cNvSpPr txBox="1"/>
          <p:nvPr/>
        </p:nvSpPr>
        <p:spPr>
          <a:xfrm>
            <a:off x="398780" y="5417185"/>
            <a:ext cx="32512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6. Sports/ Fun Game</a:t>
            </a:r>
            <a:endParaRPr lang="en-US" sz="1200" dirty="0"/>
          </a:p>
        </p:txBody>
      </p:sp>
      <p:sp>
        <p:nvSpPr>
          <p:cNvPr id="51" name="Text 47"/>
          <p:cNvSpPr txBox="1"/>
          <p:nvPr/>
        </p:nvSpPr>
        <p:spPr>
          <a:xfrm>
            <a:off x="3700780" y="5417185"/>
            <a:ext cx="2032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</a:t>
            </a:r>
            <a:endParaRPr lang="en-US" sz="1200" dirty="0"/>
          </a:p>
        </p:txBody>
      </p:sp>
      <p:sp>
        <p:nvSpPr>
          <p:cNvPr id="52" name="Text 48"/>
          <p:cNvSpPr txBox="1"/>
          <p:nvPr/>
        </p:nvSpPr>
        <p:spPr>
          <a:xfrm>
            <a:off x="3980180" y="5417185"/>
            <a:ext cx="3429000" cy="214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Mr. Suresh, Mr. Andrews, Mr. Rajesh</a:t>
            </a:r>
            <a:endParaRPr lang="en-US" sz="1200" dirty="0"/>
          </a:p>
        </p:txBody>
      </p:sp>
      <p:sp>
        <p:nvSpPr>
          <p:cNvPr id="53" name="Shape 49"/>
          <p:cNvSpPr/>
          <p:nvPr/>
        </p:nvSpPr>
        <p:spPr>
          <a:xfrm>
            <a:off x="2032000" y="5814060"/>
            <a:ext cx="3505200" cy="368300"/>
          </a:xfrm>
          <a:prstGeom prst="hexagon">
            <a:avLst/>
          </a:prstGeom>
          <a:solidFill>
            <a:srgbClr val="FFD165"/>
          </a:solidFill>
          <a:ln w="12700">
            <a:solidFill>
              <a:srgbClr val="FFD165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2032000" y="5814060"/>
            <a:ext cx="35052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0A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Committee Members</a:t>
            </a:r>
            <a:endParaRPr lang="en-US" sz="1600" dirty="0"/>
          </a:p>
        </p:txBody>
      </p:sp>
      <p:sp>
        <p:nvSpPr>
          <p:cNvPr id="55" name="Shape 51"/>
          <p:cNvSpPr/>
          <p:nvPr/>
        </p:nvSpPr>
        <p:spPr>
          <a:xfrm>
            <a:off x="868883" y="6390843"/>
            <a:ext cx="814934" cy="990194"/>
          </a:xfrm>
          <a:prstGeom prst="rect">
            <a:avLst/>
          </a:prstGeom>
          <a:solidFill>
            <a:srgbClr val="5A0A2E"/>
          </a:solidFill>
          <a:ln w="12700">
            <a:solidFill>
              <a:srgbClr val="5A0A2E"/>
            </a:solidFill>
            <a:prstDash val="solid"/>
          </a:ln>
        </p:spPr>
      </p:sp>
      <p:pic>
        <p:nvPicPr>
          <p:cNvPr id="56" name="Image 2" descr="final_assets/01_mune_gowd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410960"/>
            <a:ext cx="774700" cy="949960"/>
          </a:xfrm>
          <a:prstGeom prst="rect">
            <a:avLst/>
          </a:prstGeom>
        </p:spPr>
      </p:pic>
      <p:sp>
        <p:nvSpPr>
          <p:cNvPr id="57" name="Text 52"/>
          <p:cNvSpPr txBox="1"/>
          <p:nvPr/>
        </p:nvSpPr>
        <p:spPr>
          <a:xfrm>
            <a:off x="723900" y="7376160"/>
            <a:ext cx="1104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Mune Gowda</a:t>
            </a:r>
            <a:endParaRPr lang="en-US" sz="800" dirty="0"/>
          </a:p>
        </p:txBody>
      </p:sp>
      <p:sp>
        <p:nvSpPr>
          <p:cNvPr id="58" name="Shape 53"/>
          <p:cNvSpPr/>
          <p:nvPr/>
        </p:nvSpPr>
        <p:spPr>
          <a:xfrm>
            <a:off x="1691843" y="6390843"/>
            <a:ext cx="814934" cy="990194"/>
          </a:xfrm>
          <a:prstGeom prst="rect">
            <a:avLst/>
          </a:prstGeom>
          <a:solidFill>
            <a:srgbClr val="5A0A2E"/>
          </a:solidFill>
          <a:ln w="12700">
            <a:solidFill>
              <a:srgbClr val="5A0A2E"/>
            </a:solidFill>
            <a:prstDash val="solid"/>
          </a:ln>
        </p:spPr>
      </p:sp>
      <p:pic>
        <p:nvPicPr>
          <p:cNvPr id="59" name="Image 3" descr="final_assets/02_malath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1960" y="6410960"/>
            <a:ext cx="774700" cy="949960"/>
          </a:xfrm>
          <a:prstGeom prst="rect">
            <a:avLst/>
          </a:prstGeom>
        </p:spPr>
      </p:pic>
      <p:sp>
        <p:nvSpPr>
          <p:cNvPr id="60" name="Text 54"/>
          <p:cNvSpPr txBox="1"/>
          <p:nvPr/>
        </p:nvSpPr>
        <p:spPr>
          <a:xfrm>
            <a:off x="1546860" y="7376160"/>
            <a:ext cx="1104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Malathesh</a:t>
            </a:r>
            <a:endParaRPr lang="en-US" sz="800" dirty="0"/>
          </a:p>
        </p:txBody>
      </p:sp>
      <p:sp>
        <p:nvSpPr>
          <p:cNvPr id="61" name="Shape 55"/>
          <p:cNvSpPr/>
          <p:nvPr/>
        </p:nvSpPr>
        <p:spPr>
          <a:xfrm>
            <a:off x="2509723" y="6390843"/>
            <a:ext cx="814934" cy="990194"/>
          </a:xfrm>
          <a:prstGeom prst="rect">
            <a:avLst/>
          </a:prstGeom>
          <a:solidFill>
            <a:srgbClr val="5A0A2E"/>
          </a:solidFill>
          <a:ln w="12700">
            <a:solidFill>
              <a:srgbClr val="5A0A2E"/>
            </a:solidFill>
            <a:prstDash val="solid"/>
          </a:ln>
        </p:spPr>
      </p:sp>
      <p:pic>
        <p:nvPicPr>
          <p:cNvPr id="62" name="Image 4" descr="final_assets/03_murth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9840" y="6410960"/>
            <a:ext cx="774700" cy="949960"/>
          </a:xfrm>
          <a:prstGeom prst="rect">
            <a:avLst/>
          </a:prstGeom>
        </p:spPr>
      </p:pic>
      <p:sp>
        <p:nvSpPr>
          <p:cNvPr id="63" name="Text 56"/>
          <p:cNvSpPr txBox="1"/>
          <p:nvPr/>
        </p:nvSpPr>
        <p:spPr>
          <a:xfrm>
            <a:off x="2364740" y="7376160"/>
            <a:ext cx="1104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Murthy</a:t>
            </a:r>
            <a:endParaRPr lang="en-US" sz="800" dirty="0"/>
          </a:p>
        </p:txBody>
      </p:sp>
      <p:sp>
        <p:nvSpPr>
          <p:cNvPr id="64" name="Shape 57"/>
          <p:cNvSpPr/>
          <p:nvPr/>
        </p:nvSpPr>
        <p:spPr>
          <a:xfrm>
            <a:off x="3350463" y="6390843"/>
            <a:ext cx="814934" cy="990194"/>
          </a:xfrm>
          <a:prstGeom prst="rect">
            <a:avLst/>
          </a:prstGeom>
          <a:solidFill>
            <a:srgbClr val="5A0A2E"/>
          </a:solidFill>
          <a:ln w="12700">
            <a:solidFill>
              <a:srgbClr val="5A0A2E"/>
            </a:solidFill>
            <a:prstDash val="solid"/>
          </a:ln>
        </p:spPr>
      </p:sp>
      <p:pic>
        <p:nvPicPr>
          <p:cNvPr id="65" name="Image 5" descr="final_assets/04_suresh_kum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0580" y="6410960"/>
            <a:ext cx="774700" cy="949960"/>
          </a:xfrm>
          <a:prstGeom prst="rect">
            <a:avLst/>
          </a:prstGeom>
        </p:spPr>
      </p:pic>
      <p:sp>
        <p:nvSpPr>
          <p:cNvPr id="66" name="Text 58"/>
          <p:cNvSpPr txBox="1"/>
          <p:nvPr/>
        </p:nvSpPr>
        <p:spPr>
          <a:xfrm>
            <a:off x="3205480" y="7376160"/>
            <a:ext cx="1104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Suresh Kumar</a:t>
            </a:r>
            <a:endParaRPr lang="en-US" sz="800" dirty="0"/>
          </a:p>
        </p:txBody>
      </p:sp>
      <p:sp>
        <p:nvSpPr>
          <p:cNvPr id="67" name="Shape 59"/>
          <p:cNvSpPr/>
          <p:nvPr/>
        </p:nvSpPr>
        <p:spPr>
          <a:xfrm>
            <a:off x="4168343" y="6390843"/>
            <a:ext cx="814934" cy="990194"/>
          </a:xfrm>
          <a:prstGeom prst="rect">
            <a:avLst/>
          </a:prstGeom>
          <a:solidFill>
            <a:srgbClr val="5A0A2E"/>
          </a:solidFill>
          <a:ln w="12700">
            <a:solidFill>
              <a:srgbClr val="5A0A2E"/>
            </a:solidFill>
            <a:prstDash val="solid"/>
          </a:ln>
        </p:spPr>
      </p:sp>
      <p:pic>
        <p:nvPicPr>
          <p:cNvPr id="68" name="Image 6" descr="final_assets/05_prem_kum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8460" y="6410960"/>
            <a:ext cx="774700" cy="949960"/>
          </a:xfrm>
          <a:prstGeom prst="rect">
            <a:avLst/>
          </a:prstGeom>
        </p:spPr>
      </p:pic>
      <p:sp>
        <p:nvSpPr>
          <p:cNvPr id="69" name="Text 60"/>
          <p:cNvSpPr txBox="1"/>
          <p:nvPr/>
        </p:nvSpPr>
        <p:spPr>
          <a:xfrm>
            <a:off x="4023360" y="7376160"/>
            <a:ext cx="1104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Prem Kumar</a:t>
            </a:r>
            <a:endParaRPr lang="en-US" sz="800" dirty="0"/>
          </a:p>
        </p:txBody>
      </p:sp>
      <p:sp>
        <p:nvSpPr>
          <p:cNvPr id="70" name="Shape 61"/>
          <p:cNvSpPr/>
          <p:nvPr/>
        </p:nvSpPr>
        <p:spPr>
          <a:xfrm>
            <a:off x="5006543" y="6390843"/>
            <a:ext cx="814934" cy="990194"/>
          </a:xfrm>
          <a:prstGeom prst="rect">
            <a:avLst/>
          </a:prstGeom>
          <a:solidFill>
            <a:srgbClr val="5A0A2E"/>
          </a:solidFill>
          <a:ln w="12700">
            <a:solidFill>
              <a:srgbClr val="5A0A2E"/>
            </a:solidFill>
            <a:prstDash val="solid"/>
          </a:ln>
        </p:spPr>
      </p:sp>
      <p:pic>
        <p:nvPicPr>
          <p:cNvPr id="71" name="Image 7" descr="final_assets/06_subbu_krishn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6660" y="6410960"/>
            <a:ext cx="774700" cy="949960"/>
          </a:xfrm>
          <a:prstGeom prst="rect">
            <a:avLst/>
          </a:prstGeom>
        </p:spPr>
      </p:pic>
      <p:sp>
        <p:nvSpPr>
          <p:cNvPr id="72" name="Text 62"/>
          <p:cNvSpPr txBox="1"/>
          <p:nvPr/>
        </p:nvSpPr>
        <p:spPr>
          <a:xfrm>
            <a:off x="4861560" y="7376160"/>
            <a:ext cx="1104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Subbu Krishna</a:t>
            </a:r>
            <a:endParaRPr lang="en-US" sz="800" dirty="0"/>
          </a:p>
        </p:txBody>
      </p:sp>
      <p:sp>
        <p:nvSpPr>
          <p:cNvPr id="73" name="Shape 63"/>
          <p:cNvSpPr/>
          <p:nvPr/>
        </p:nvSpPr>
        <p:spPr>
          <a:xfrm>
            <a:off x="5809183" y="6390843"/>
            <a:ext cx="814934" cy="990194"/>
          </a:xfrm>
          <a:prstGeom prst="rect">
            <a:avLst/>
          </a:prstGeom>
          <a:solidFill>
            <a:srgbClr val="5A0A2E"/>
          </a:solidFill>
          <a:ln w="12700">
            <a:solidFill>
              <a:srgbClr val="5A0A2E"/>
            </a:solidFill>
            <a:prstDash val="solid"/>
          </a:ln>
        </p:spPr>
      </p:sp>
      <p:pic>
        <p:nvPicPr>
          <p:cNvPr id="74" name="Image 8" descr="final_assets/07_srinivas_v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9300" y="6410960"/>
            <a:ext cx="774700" cy="949960"/>
          </a:xfrm>
          <a:prstGeom prst="rect">
            <a:avLst/>
          </a:prstGeom>
        </p:spPr>
      </p:pic>
      <p:sp>
        <p:nvSpPr>
          <p:cNvPr id="75" name="Text 64"/>
          <p:cNvSpPr txBox="1"/>
          <p:nvPr/>
        </p:nvSpPr>
        <p:spPr>
          <a:xfrm>
            <a:off x="5664200" y="7376160"/>
            <a:ext cx="1104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Srinivas V</a:t>
            </a:r>
            <a:endParaRPr lang="en-US" sz="800" dirty="0"/>
          </a:p>
        </p:txBody>
      </p:sp>
      <p:sp>
        <p:nvSpPr>
          <p:cNvPr id="76" name="Shape 65"/>
          <p:cNvSpPr/>
          <p:nvPr/>
        </p:nvSpPr>
        <p:spPr>
          <a:xfrm>
            <a:off x="868883" y="7582103"/>
            <a:ext cx="814934" cy="990194"/>
          </a:xfrm>
          <a:prstGeom prst="rect">
            <a:avLst/>
          </a:prstGeom>
          <a:solidFill>
            <a:srgbClr val="5A0A2E"/>
          </a:solidFill>
          <a:ln w="12700">
            <a:solidFill>
              <a:srgbClr val="5A0A2E"/>
            </a:solidFill>
            <a:prstDash val="solid"/>
          </a:ln>
        </p:spPr>
      </p:sp>
      <p:pic>
        <p:nvPicPr>
          <p:cNvPr id="77" name="Image 9" descr="final_assets/08_saravana_sheka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9000" y="7602220"/>
            <a:ext cx="774700" cy="949960"/>
          </a:xfrm>
          <a:prstGeom prst="rect">
            <a:avLst/>
          </a:prstGeom>
        </p:spPr>
      </p:pic>
      <p:sp>
        <p:nvSpPr>
          <p:cNvPr id="78" name="Text 66"/>
          <p:cNvSpPr txBox="1"/>
          <p:nvPr/>
        </p:nvSpPr>
        <p:spPr>
          <a:xfrm>
            <a:off x="723900" y="8567420"/>
            <a:ext cx="1104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Saravana Shekar</a:t>
            </a:r>
            <a:endParaRPr lang="en-US" sz="800" dirty="0"/>
          </a:p>
        </p:txBody>
      </p:sp>
      <p:sp>
        <p:nvSpPr>
          <p:cNvPr id="79" name="Shape 67"/>
          <p:cNvSpPr/>
          <p:nvPr/>
        </p:nvSpPr>
        <p:spPr>
          <a:xfrm>
            <a:off x="1691843" y="7582103"/>
            <a:ext cx="814934" cy="990194"/>
          </a:xfrm>
          <a:prstGeom prst="rect">
            <a:avLst/>
          </a:prstGeom>
          <a:solidFill>
            <a:srgbClr val="5A0A2E"/>
          </a:solidFill>
          <a:ln w="12700">
            <a:solidFill>
              <a:srgbClr val="5A0A2E"/>
            </a:solidFill>
            <a:prstDash val="solid"/>
          </a:ln>
        </p:spPr>
      </p:sp>
      <p:pic>
        <p:nvPicPr>
          <p:cNvPr id="80" name="Image 10" descr="final_assets/09_andrew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1960" y="7602220"/>
            <a:ext cx="774700" cy="949960"/>
          </a:xfrm>
          <a:prstGeom prst="rect">
            <a:avLst/>
          </a:prstGeom>
        </p:spPr>
      </p:pic>
      <p:sp>
        <p:nvSpPr>
          <p:cNvPr id="81" name="Text 68"/>
          <p:cNvSpPr txBox="1"/>
          <p:nvPr/>
        </p:nvSpPr>
        <p:spPr>
          <a:xfrm>
            <a:off x="1546860" y="8567420"/>
            <a:ext cx="1104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Andrews</a:t>
            </a:r>
            <a:endParaRPr lang="en-US" sz="800" dirty="0"/>
          </a:p>
        </p:txBody>
      </p:sp>
      <p:sp>
        <p:nvSpPr>
          <p:cNvPr id="82" name="Shape 69"/>
          <p:cNvSpPr/>
          <p:nvPr/>
        </p:nvSpPr>
        <p:spPr>
          <a:xfrm>
            <a:off x="2509723" y="7582103"/>
            <a:ext cx="814934" cy="990194"/>
          </a:xfrm>
          <a:prstGeom prst="rect">
            <a:avLst/>
          </a:prstGeom>
          <a:solidFill>
            <a:srgbClr val="5A0A2E"/>
          </a:solidFill>
          <a:ln w="12700">
            <a:solidFill>
              <a:srgbClr val="5A0A2E"/>
            </a:solidFill>
            <a:prstDash val="solid"/>
          </a:ln>
        </p:spPr>
      </p:sp>
      <p:pic>
        <p:nvPicPr>
          <p:cNvPr id="83" name="Image 11" descr="final_assets/10_srinivas_ep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29840" y="7602220"/>
            <a:ext cx="774700" cy="949960"/>
          </a:xfrm>
          <a:prstGeom prst="rect">
            <a:avLst/>
          </a:prstGeom>
        </p:spPr>
      </p:pic>
      <p:sp>
        <p:nvSpPr>
          <p:cNvPr id="84" name="Text 70"/>
          <p:cNvSpPr txBox="1"/>
          <p:nvPr/>
        </p:nvSpPr>
        <p:spPr>
          <a:xfrm>
            <a:off x="2364740" y="8567420"/>
            <a:ext cx="1104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Srinivas E.P</a:t>
            </a:r>
            <a:endParaRPr lang="en-US" sz="800" dirty="0"/>
          </a:p>
        </p:txBody>
      </p:sp>
      <p:sp>
        <p:nvSpPr>
          <p:cNvPr id="85" name="Shape 71"/>
          <p:cNvSpPr/>
          <p:nvPr/>
        </p:nvSpPr>
        <p:spPr>
          <a:xfrm>
            <a:off x="3350463" y="7582103"/>
            <a:ext cx="814934" cy="990194"/>
          </a:xfrm>
          <a:prstGeom prst="rect">
            <a:avLst/>
          </a:prstGeom>
          <a:solidFill>
            <a:srgbClr val="5A0A2E"/>
          </a:solidFill>
          <a:ln w="12700">
            <a:solidFill>
              <a:srgbClr val="5A0A2E"/>
            </a:solidFill>
            <a:prstDash val="solid"/>
          </a:ln>
        </p:spPr>
      </p:sp>
      <p:pic>
        <p:nvPicPr>
          <p:cNvPr id="86" name="Image 12" descr="final_assets/11_rajesh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70580" y="7602220"/>
            <a:ext cx="774700" cy="949960"/>
          </a:xfrm>
          <a:prstGeom prst="rect">
            <a:avLst/>
          </a:prstGeom>
        </p:spPr>
      </p:pic>
      <p:sp>
        <p:nvSpPr>
          <p:cNvPr id="87" name="Text 72"/>
          <p:cNvSpPr txBox="1"/>
          <p:nvPr/>
        </p:nvSpPr>
        <p:spPr>
          <a:xfrm>
            <a:off x="3205480" y="8567420"/>
            <a:ext cx="1104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Rajesh</a:t>
            </a:r>
            <a:endParaRPr lang="en-US" sz="800" dirty="0"/>
          </a:p>
        </p:txBody>
      </p:sp>
      <p:sp>
        <p:nvSpPr>
          <p:cNvPr id="88" name="Shape 73"/>
          <p:cNvSpPr/>
          <p:nvPr/>
        </p:nvSpPr>
        <p:spPr>
          <a:xfrm>
            <a:off x="4168343" y="7582103"/>
            <a:ext cx="814934" cy="990194"/>
          </a:xfrm>
          <a:prstGeom prst="rect">
            <a:avLst/>
          </a:prstGeom>
          <a:solidFill>
            <a:srgbClr val="5A0A2E"/>
          </a:solidFill>
          <a:ln w="12700">
            <a:solidFill>
              <a:srgbClr val="5A0A2E"/>
            </a:solidFill>
            <a:prstDash val="solid"/>
          </a:ln>
        </p:spPr>
      </p:sp>
      <p:pic>
        <p:nvPicPr>
          <p:cNvPr id="89" name="Image 13" descr="final_assets/12_balagangadha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88460" y="7602220"/>
            <a:ext cx="774700" cy="949960"/>
          </a:xfrm>
          <a:prstGeom prst="rect">
            <a:avLst/>
          </a:prstGeom>
        </p:spPr>
      </p:pic>
      <p:sp>
        <p:nvSpPr>
          <p:cNvPr id="90" name="Text 74"/>
          <p:cNvSpPr txBox="1"/>
          <p:nvPr/>
        </p:nvSpPr>
        <p:spPr>
          <a:xfrm>
            <a:off x="4023360" y="8567420"/>
            <a:ext cx="1104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Balagangadhar</a:t>
            </a:r>
            <a:endParaRPr lang="en-US" sz="800" dirty="0"/>
          </a:p>
        </p:txBody>
      </p:sp>
      <p:sp>
        <p:nvSpPr>
          <p:cNvPr id="91" name="Shape 75"/>
          <p:cNvSpPr/>
          <p:nvPr/>
        </p:nvSpPr>
        <p:spPr>
          <a:xfrm>
            <a:off x="5006543" y="7582103"/>
            <a:ext cx="814934" cy="990194"/>
          </a:xfrm>
          <a:prstGeom prst="rect">
            <a:avLst/>
          </a:prstGeom>
          <a:solidFill>
            <a:srgbClr val="5A0A2E"/>
          </a:solidFill>
          <a:ln w="12700">
            <a:solidFill>
              <a:srgbClr val="5A0A2E"/>
            </a:solidFill>
            <a:prstDash val="solid"/>
          </a:ln>
        </p:spPr>
      </p:sp>
      <p:pic>
        <p:nvPicPr>
          <p:cNvPr id="92" name="Image 14" descr="final_assets/13_murthy_t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26660" y="7602220"/>
            <a:ext cx="774700" cy="949960"/>
          </a:xfrm>
          <a:prstGeom prst="rect">
            <a:avLst/>
          </a:prstGeom>
        </p:spPr>
      </p:pic>
      <p:sp>
        <p:nvSpPr>
          <p:cNvPr id="93" name="Text 76"/>
          <p:cNvSpPr txBox="1"/>
          <p:nvPr/>
        </p:nvSpPr>
        <p:spPr>
          <a:xfrm>
            <a:off x="4861560" y="8567420"/>
            <a:ext cx="1104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Murthy T</a:t>
            </a:r>
            <a:endParaRPr lang="en-US" sz="800" dirty="0"/>
          </a:p>
        </p:txBody>
      </p:sp>
      <p:sp>
        <p:nvSpPr>
          <p:cNvPr id="94" name="Shape 77"/>
          <p:cNvSpPr/>
          <p:nvPr/>
        </p:nvSpPr>
        <p:spPr>
          <a:xfrm>
            <a:off x="5809183" y="7582103"/>
            <a:ext cx="814934" cy="990194"/>
          </a:xfrm>
          <a:prstGeom prst="rect">
            <a:avLst/>
          </a:prstGeom>
          <a:solidFill>
            <a:srgbClr val="5A0A2E"/>
          </a:solidFill>
          <a:ln w="12700">
            <a:solidFill>
              <a:srgbClr val="5A0A2E"/>
            </a:solidFill>
            <a:prstDash val="solid"/>
          </a:ln>
        </p:spPr>
      </p:sp>
      <p:pic>
        <p:nvPicPr>
          <p:cNvPr id="95" name="Image 15" descr="final_assets/14_uma_maheshwar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29300" y="7602220"/>
            <a:ext cx="774700" cy="949960"/>
          </a:xfrm>
          <a:prstGeom prst="rect">
            <a:avLst/>
          </a:prstGeom>
        </p:spPr>
      </p:pic>
      <p:sp>
        <p:nvSpPr>
          <p:cNvPr id="96" name="Text 78"/>
          <p:cNvSpPr txBox="1"/>
          <p:nvPr/>
        </p:nvSpPr>
        <p:spPr>
          <a:xfrm>
            <a:off x="5664200" y="8567420"/>
            <a:ext cx="1104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Uma Maheshwar</a:t>
            </a:r>
            <a:endParaRPr lang="en-US" sz="800" dirty="0"/>
          </a:p>
        </p:txBody>
      </p:sp>
      <p:sp>
        <p:nvSpPr>
          <p:cNvPr id="97" name="Shape 79"/>
          <p:cNvSpPr/>
          <p:nvPr/>
        </p:nvSpPr>
        <p:spPr>
          <a:xfrm>
            <a:off x="868883" y="8773363"/>
            <a:ext cx="814934" cy="990194"/>
          </a:xfrm>
          <a:prstGeom prst="rect">
            <a:avLst/>
          </a:prstGeom>
          <a:solidFill>
            <a:srgbClr val="5A0A2E"/>
          </a:solidFill>
          <a:ln w="12700">
            <a:solidFill>
              <a:srgbClr val="5A0A2E"/>
            </a:solidFill>
            <a:prstDash val="solid"/>
          </a:ln>
        </p:spPr>
      </p:sp>
      <p:pic>
        <p:nvPicPr>
          <p:cNvPr id="98" name="Image 16" descr="final_assets/15_krishna_moorthy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9000" y="8793480"/>
            <a:ext cx="774700" cy="949960"/>
          </a:xfrm>
          <a:prstGeom prst="rect">
            <a:avLst/>
          </a:prstGeom>
        </p:spPr>
      </p:pic>
      <p:sp>
        <p:nvSpPr>
          <p:cNvPr id="99" name="Text 80"/>
          <p:cNvSpPr txBox="1"/>
          <p:nvPr/>
        </p:nvSpPr>
        <p:spPr>
          <a:xfrm>
            <a:off x="723900" y="9758680"/>
            <a:ext cx="1104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Krishna Moorthy</a:t>
            </a:r>
            <a:endParaRPr lang="en-US" sz="800" dirty="0"/>
          </a:p>
        </p:txBody>
      </p:sp>
      <p:sp>
        <p:nvSpPr>
          <p:cNvPr id="100" name="Shape 81"/>
          <p:cNvSpPr/>
          <p:nvPr/>
        </p:nvSpPr>
        <p:spPr>
          <a:xfrm>
            <a:off x="1691843" y="8773363"/>
            <a:ext cx="814934" cy="990194"/>
          </a:xfrm>
          <a:prstGeom prst="rect">
            <a:avLst/>
          </a:prstGeom>
          <a:solidFill>
            <a:srgbClr val="5A0A2E"/>
          </a:solidFill>
          <a:ln w="12700">
            <a:solidFill>
              <a:srgbClr val="5A0A2E"/>
            </a:solidFill>
            <a:prstDash val="solid"/>
          </a:ln>
        </p:spPr>
      </p:sp>
      <p:pic>
        <p:nvPicPr>
          <p:cNvPr id="101" name="Image 17" descr="final_assets/16_mounesh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11960" y="8793480"/>
            <a:ext cx="774700" cy="949960"/>
          </a:xfrm>
          <a:prstGeom prst="rect">
            <a:avLst/>
          </a:prstGeom>
        </p:spPr>
      </p:pic>
      <p:sp>
        <p:nvSpPr>
          <p:cNvPr id="102" name="Text 82"/>
          <p:cNvSpPr txBox="1"/>
          <p:nvPr/>
        </p:nvSpPr>
        <p:spPr>
          <a:xfrm>
            <a:off x="1546860" y="9758680"/>
            <a:ext cx="1104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Mounesh</a:t>
            </a:r>
            <a:endParaRPr lang="en-US" sz="800" dirty="0"/>
          </a:p>
        </p:txBody>
      </p:sp>
      <p:sp>
        <p:nvSpPr>
          <p:cNvPr id="103" name="Shape 83"/>
          <p:cNvSpPr/>
          <p:nvPr/>
        </p:nvSpPr>
        <p:spPr>
          <a:xfrm>
            <a:off x="2509723" y="8773363"/>
            <a:ext cx="814934" cy="990194"/>
          </a:xfrm>
          <a:prstGeom prst="rect">
            <a:avLst/>
          </a:prstGeom>
          <a:solidFill>
            <a:srgbClr val="5A0A2E"/>
          </a:solidFill>
          <a:ln w="12700">
            <a:solidFill>
              <a:srgbClr val="5A0A2E"/>
            </a:solidFill>
            <a:prstDash val="solid"/>
          </a:ln>
        </p:spPr>
      </p:sp>
      <p:pic>
        <p:nvPicPr>
          <p:cNvPr id="104" name="Image 18" descr="final_assets/17_shivappa_meti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29840" y="8793480"/>
            <a:ext cx="774700" cy="949960"/>
          </a:xfrm>
          <a:prstGeom prst="rect">
            <a:avLst/>
          </a:prstGeom>
        </p:spPr>
      </p:pic>
      <p:sp>
        <p:nvSpPr>
          <p:cNvPr id="105" name="Text 84"/>
          <p:cNvSpPr txBox="1"/>
          <p:nvPr/>
        </p:nvSpPr>
        <p:spPr>
          <a:xfrm>
            <a:off x="2364740" y="9758680"/>
            <a:ext cx="1104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Mr.Shivappa Meti</a:t>
            </a:r>
            <a:endParaRPr lang="en-US" sz="800" dirty="0"/>
          </a:p>
        </p:txBody>
      </p:sp>
      <p:sp>
        <p:nvSpPr>
          <p:cNvPr id="106" name="Shape 85"/>
          <p:cNvSpPr/>
          <p:nvPr/>
        </p:nvSpPr>
        <p:spPr>
          <a:xfrm>
            <a:off x="3350463" y="8773363"/>
            <a:ext cx="814934" cy="990194"/>
          </a:xfrm>
          <a:prstGeom prst="rect">
            <a:avLst/>
          </a:prstGeom>
          <a:solidFill>
            <a:srgbClr val="5A0A2E"/>
          </a:solidFill>
          <a:ln w="12700">
            <a:solidFill>
              <a:srgbClr val="5A0A2E"/>
            </a:solidFill>
            <a:prstDash val="solid"/>
          </a:ln>
        </p:spPr>
      </p:sp>
      <p:pic>
        <p:nvPicPr>
          <p:cNvPr id="107" name="Image 19" descr="final_assets/18_venkatesh_b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70580" y="8793480"/>
            <a:ext cx="774700" cy="949960"/>
          </a:xfrm>
          <a:prstGeom prst="rect">
            <a:avLst/>
          </a:prstGeom>
        </p:spPr>
      </p:pic>
      <p:sp>
        <p:nvSpPr>
          <p:cNvPr id="108" name="Text 86"/>
          <p:cNvSpPr txBox="1"/>
          <p:nvPr/>
        </p:nvSpPr>
        <p:spPr>
          <a:xfrm>
            <a:off x="3205480" y="9758680"/>
            <a:ext cx="1104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Venkatesh B</a:t>
            </a:r>
            <a:endParaRPr lang="en-US" sz="800" dirty="0"/>
          </a:p>
        </p:txBody>
      </p:sp>
      <p:sp>
        <p:nvSpPr>
          <p:cNvPr id="109" name="Shape 87"/>
          <p:cNvSpPr/>
          <p:nvPr/>
        </p:nvSpPr>
        <p:spPr>
          <a:xfrm>
            <a:off x="4168343" y="8773363"/>
            <a:ext cx="814934" cy="990194"/>
          </a:xfrm>
          <a:prstGeom prst="rect">
            <a:avLst/>
          </a:prstGeom>
          <a:solidFill>
            <a:srgbClr val="5A0A2E"/>
          </a:solidFill>
          <a:ln w="12700">
            <a:solidFill>
              <a:srgbClr val="5A0A2E"/>
            </a:solidFill>
            <a:prstDash val="solid"/>
          </a:ln>
        </p:spPr>
      </p:sp>
      <p:pic>
        <p:nvPicPr>
          <p:cNvPr id="110" name="Image 20" descr="final_assets/19_srinivas_rao_v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88460" y="8793480"/>
            <a:ext cx="774700" cy="949960"/>
          </a:xfrm>
          <a:prstGeom prst="rect">
            <a:avLst/>
          </a:prstGeom>
        </p:spPr>
      </p:pic>
      <p:sp>
        <p:nvSpPr>
          <p:cNvPr id="111" name="Text 88"/>
          <p:cNvSpPr txBox="1"/>
          <p:nvPr/>
        </p:nvSpPr>
        <p:spPr>
          <a:xfrm>
            <a:off x="4023360" y="9758680"/>
            <a:ext cx="1104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Srinivas Rao V</a:t>
            </a:r>
            <a:endParaRPr lang="en-US" sz="800" dirty="0"/>
          </a:p>
        </p:txBody>
      </p:sp>
      <p:sp>
        <p:nvSpPr>
          <p:cNvPr id="112" name="Shape 89"/>
          <p:cNvSpPr/>
          <p:nvPr/>
        </p:nvSpPr>
        <p:spPr>
          <a:xfrm>
            <a:off x="5006543" y="8773363"/>
            <a:ext cx="814934" cy="990194"/>
          </a:xfrm>
          <a:prstGeom prst="rect">
            <a:avLst/>
          </a:prstGeom>
          <a:solidFill>
            <a:srgbClr val="5A0A2E"/>
          </a:solidFill>
          <a:ln w="12700">
            <a:solidFill>
              <a:srgbClr val="5A0A2E"/>
            </a:solidFill>
            <a:prstDash val="solid"/>
          </a:ln>
        </p:spPr>
      </p:sp>
      <p:pic>
        <p:nvPicPr>
          <p:cNvPr id="113" name="Image 21" descr="final_assets/20_vinay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026660" y="8793480"/>
            <a:ext cx="774700" cy="949960"/>
          </a:xfrm>
          <a:prstGeom prst="rect">
            <a:avLst/>
          </a:prstGeom>
        </p:spPr>
      </p:pic>
      <p:sp>
        <p:nvSpPr>
          <p:cNvPr id="114" name="Text 90"/>
          <p:cNvSpPr txBox="1"/>
          <p:nvPr/>
        </p:nvSpPr>
        <p:spPr>
          <a:xfrm>
            <a:off x="4861560" y="9758680"/>
            <a:ext cx="1104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Vinay</a:t>
            </a:r>
            <a:endParaRPr lang="en-US" sz="800" dirty="0"/>
          </a:p>
        </p:txBody>
      </p:sp>
      <p:sp>
        <p:nvSpPr>
          <p:cNvPr id="115" name="Shape 91"/>
          <p:cNvSpPr/>
          <p:nvPr/>
        </p:nvSpPr>
        <p:spPr>
          <a:xfrm>
            <a:off x="5809183" y="8773363"/>
            <a:ext cx="814934" cy="990194"/>
          </a:xfrm>
          <a:prstGeom prst="rect">
            <a:avLst/>
          </a:prstGeom>
          <a:solidFill>
            <a:srgbClr val="5A0A2E"/>
          </a:solidFill>
          <a:ln w="12700">
            <a:solidFill>
              <a:srgbClr val="5A0A2E"/>
            </a:solidFill>
            <a:prstDash val="solid"/>
          </a:ln>
        </p:spPr>
      </p:sp>
      <p:pic>
        <p:nvPicPr>
          <p:cNvPr id="116" name="Image 22" descr="final_assets/21_reji_subramanian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829300" y="8793480"/>
            <a:ext cx="774700" cy="949960"/>
          </a:xfrm>
          <a:prstGeom prst="rect">
            <a:avLst/>
          </a:prstGeom>
        </p:spPr>
      </p:pic>
      <p:sp>
        <p:nvSpPr>
          <p:cNvPr id="117" name="Text 92"/>
          <p:cNvSpPr txBox="1"/>
          <p:nvPr/>
        </p:nvSpPr>
        <p:spPr>
          <a:xfrm>
            <a:off x="5664200" y="9758680"/>
            <a:ext cx="1104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Reji Subramanian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nal_assets/bg_parch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79400"/>
            <a:ext cx="6464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Brush Script MT" pitchFamily="34" charset="0"/>
                <a:ea typeface="Brush Script MT" pitchFamily="34" charset="-122"/>
                <a:cs typeface="Brush Script MT" pitchFamily="34" charset="-120"/>
              </a:rPr>
              <a:t>With Best Wishes from</a:t>
            </a:r>
            <a:endParaRPr lang="en-US" sz="3600" dirty="0"/>
          </a:p>
        </p:txBody>
      </p:sp>
      <p:pic>
        <p:nvPicPr>
          <p:cNvPr id="4" name="Image 1" descr="final_assets/karozza_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1097280"/>
            <a:ext cx="7122160" cy="95427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Riches Garden Ganeshotsava Committee 2026</dc:title>
  <dc:subject>PptxGenJS Presentation</dc:subject>
  <dc:creator>Riches Garden Ganeshotsava Committee</dc:creator>
  <cp:lastModifiedBy>Riches Garden Ganeshotsava Committee</cp:lastModifiedBy>
  <cp:revision>1</cp:revision>
  <dcterms:created xsi:type="dcterms:W3CDTF">2026-09-02T03:34:03Z</dcterms:created>
  <dcterms:modified xsi:type="dcterms:W3CDTF">2026-09-02T03:34:03Z</dcterms:modified>
</cp:coreProperties>
</file>